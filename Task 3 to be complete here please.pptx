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247F05-AE1F-4315-A437-3A4AA0F393D0}" v="229" dt="2026-10-15T10:58:25.314"/>
    <p1510:client id="{B2AC78E9-92FE-485E-AD51-0BEA434C20A8}" v="4" dt="2026-10-15T11:08:48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gan Rogers" userId="S::l.rogers23@stokehigh.co.uk::f269e127-7160-4680-bc87-43869f56dda9" providerId="AD" clId="Web-{F4948E76-20BB-40AD-A7E8-31612B3034A8}"/>
    <pc:docChg chg="addSld modSld">
      <pc:chgData name="Logan Rogers" userId="S::l.rogers23@stokehigh.co.uk::f269e127-7160-4680-bc87-43869f56dda9" providerId="AD" clId="Web-{F4948E76-20BB-40AD-A7E8-31612B3034A8}" dt="2026-10-06T11:07:08.680" v="206" actId="1076"/>
      <pc:docMkLst>
        <pc:docMk/>
      </pc:docMkLst>
      <pc:sldChg chg="addSp delSp modSp new">
        <pc:chgData name="Logan Rogers" userId="S::l.rogers23@stokehigh.co.uk::f269e127-7160-4680-bc87-43869f56dda9" providerId="AD" clId="Web-{F4948E76-20BB-40AD-A7E8-31612B3034A8}" dt="2026-10-06T11:07:08.680" v="206" actId="1076"/>
        <pc:sldMkLst>
          <pc:docMk/>
          <pc:sldMk cId="2031264213" sldId="256"/>
        </pc:sldMkLst>
        <pc:spChg chg="add mod">
          <ac:chgData name="Logan Rogers" userId="S::l.rogers23@stokehigh.co.uk::f269e127-7160-4680-bc87-43869f56dda9" providerId="AD" clId="Web-{F4948E76-20BB-40AD-A7E8-31612B3034A8}" dt="2026-10-06T10:44:02.122" v="47"/>
          <ac:spMkLst>
            <pc:docMk/>
            <pc:sldMk cId="2031264213" sldId="256"/>
            <ac:spMk id="4" creationId="{6021E232-F9D0-5F59-482A-2ED25B614D34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0:42:14.478" v="29"/>
          <ac:spMkLst>
            <pc:docMk/>
            <pc:sldMk cId="2031264213" sldId="256"/>
            <ac:spMk id="6" creationId="{A7680BFF-F724-180A-400B-EF45CF0DADE6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0:42:14.478" v="30"/>
          <ac:spMkLst>
            <pc:docMk/>
            <pc:sldMk cId="2031264213" sldId="256"/>
            <ac:spMk id="7" creationId="{F09C10D3-055B-2C7F-2135-6B3473EAD9DC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0:42:14.494" v="31"/>
          <ac:spMkLst>
            <pc:docMk/>
            <pc:sldMk cId="2031264213" sldId="256"/>
            <ac:spMk id="8" creationId="{C64FDF40-26E5-3F83-4BBA-F26413201FC9}"/>
          </ac:spMkLst>
        </pc:spChg>
        <pc:spChg chg="add mod ord">
          <ac:chgData name="Logan Rogers" userId="S::l.rogers23@stokehigh.co.uk::f269e127-7160-4680-bc87-43869f56dda9" providerId="AD" clId="Web-{F4948E76-20BB-40AD-A7E8-31612B3034A8}" dt="2026-10-06T10:57:11.412" v="98"/>
          <ac:spMkLst>
            <pc:docMk/>
            <pc:sldMk cId="2031264213" sldId="256"/>
            <ac:spMk id="10" creationId="{CFC24D31-994D-FC79-45C8-9BF662C87182}"/>
          </ac:spMkLst>
        </pc:spChg>
        <pc:spChg chg="add mod ord">
          <ac:chgData name="Logan Rogers" userId="S::l.rogers23@stokehigh.co.uk::f269e127-7160-4680-bc87-43869f56dda9" providerId="AD" clId="Web-{F4948E76-20BB-40AD-A7E8-31612B3034A8}" dt="2026-10-06T10:57:12.443" v="99"/>
          <ac:spMkLst>
            <pc:docMk/>
            <pc:sldMk cId="2031264213" sldId="256"/>
            <ac:spMk id="11" creationId="{7BC1DB25-1DB8-2C62-5C63-3458EFED86D2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0:55:35.487" v="84" actId="20577"/>
          <ac:spMkLst>
            <pc:docMk/>
            <pc:sldMk cId="2031264213" sldId="256"/>
            <ac:spMk id="14" creationId="{FCD00682-B48A-426D-98FB-E5F7922F2D12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0:59:07.352" v="118"/>
          <ac:spMkLst>
            <pc:docMk/>
            <pc:sldMk cId="2031264213" sldId="256"/>
            <ac:spMk id="17" creationId="{5880700D-34FB-0EE7-93C0-5308967F8FC3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1:00:17.901" v="159" actId="20577"/>
          <ac:spMkLst>
            <pc:docMk/>
            <pc:sldMk cId="2031264213" sldId="256"/>
            <ac:spMk id="21" creationId="{72B87A03-D3C1-B236-72FB-F98ADAB35AC6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1:01:03.231" v="168" actId="1076"/>
          <ac:spMkLst>
            <pc:docMk/>
            <pc:sldMk cId="2031264213" sldId="256"/>
            <ac:spMk id="23" creationId="{BA850CF1-B6C2-8464-7D7E-CA2C4214D5BC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1:07:03.680" v="205" actId="1076"/>
          <ac:spMkLst>
            <pc:docMk/>
            <pc:sldMk cId="2031264213" sldId="256"/>
            <ac:spMk id="26" creationId="{90F3973F-71CF-BFD0-E9E8-2AAF32ED30D5}"/>
          </ac:spMkLst>
        </pc:spChg>
        <pc:spChg chg="add mod">
          <ac:chgData name="Logan Rogers" userId="S::l.rogers23@stokehigh.co.uk::f269e127-7160-4680-bc87-43869f56dda9" providerId="AD" clId="Web-{F4948E76-20BB-40AD-A7E8-31612B3034A8}" dt="2026-10-06T11:07:08.680" v="206" actId="1076"/>
          <ac:spMkLst>
            <pc:docMk/>
            <pc:sldMk cId="2031264213" sldId="256"/>
            <ac:spMk id="27" creationId="{E49B0D01-2C93-3F50-72EB-820A319F1D91}"/>
          </ac:spMkLst>
        </pc:spChg>
        <pc:grpChg chg="add mod">
          <ac:chgData name="Logan Rogers" userId="S::l.rogers23@stokehigh.co.uk::f269e127-7160-4680-bc87-43869f56dda9" providerId="AD" clId="Web-{F4948E76-20BB-40AD-A7E8-31612B3034A8}" dt="2026-10-06T10:42:58.870" v="39" actId="1076"/>
          <ac:grpSpMkLst>
            <pc:docMk/>
            <pc:sldMk cId="2031264213" sldId="256"/>
            <ac:grpSpMk id="9" creationId="{E3152A43-2B29-4FF9-85C1-8EAE53183947}"/>
          </ac:grpSpMkLst>
        </pc:grpChg>
        <pc:picChg chg="add mod ord">
          <ac:chgData name="Logan Rogers" userId="S::l.rogers23@stokehigh.co.uk::f269e127-7160-4680-bc87-43869f56dda9" providerId="AD" clId="Web-{F4948E76-20BB-40AD-A7E8-31612B3034A8}" dt="2026-10-06T10:57:09.287" v="97"/>
          <ac:picMkLst>
            <pc:docMk/>
            <pc:sldMk cId="2031264213" sldId="256"/>
            <ac:picMk id="16" creationId="{CD9D65A9-B936-86F1-33EE-37F1943EC312}"/>
          </ac:picMkLst>
        </pc:picChg>
        <pc:picChg chg="add mod">
          <ac:chgData name="Logan Rogers" userId="S::l.rogers23@stokehigh.co.uk::f269e127-7160-4680-bc87-43869f56dda9" providerId="AD" clId="Web-{F4948E76-20BB-40AD-A7E8-31612B3034A8}" dt="2026-10-06T11:07:00.820" v="204" actId="1076"/>
          <ac:picMkLst>
            <pc:docMk/>
            <pc:sldMk cId="2031264213" sldId="256"/>
            <ac:picMk id="24" creationId="{66B86D5F-2667-EC68-2F83-36C6F1531122}"/>
          </ac:picMkLst>
        </pc:picChg>
      </pc:sldChg>
    </pc:docChg>
  </pc:docChgLst>
  <pc:docChgLst>
    <pc:chgData name="Logan Rogers" userId="S::l.rogers23@stokehigh.co.uk::f269e127-7160-4680-bc87-43869f56dda9" providerId="AD" clId="Web-{82247F05-AE1F-4315-A437-3A4AA0F393D0}"/>
    <pc:docChg chg="addSld modSld">
      <pc:chgData name="Logan Rogers" userId="S::l.rogers23@stokehigh.co.uk::f269e127-7160-4680-bc87-43869f56dda9" providerId="AD" clId="Web-{82247F05-AE1F-4315-A437-3A4AA0F393D0}" dt="2026-10-15T10:58:25.314" v="145"/>
      <pc:docMkLst>
        <pc:docMk/>
      </pc:docMkLst>
      <pc:sldChg chg="addSp">
        <pc:chgData name="Logan Rogers" userId="S::l.rogers23@stokehigh.co.uk::f269e127-7160-4680-bc87-43869f56dda9" providerId="AD" clId="Web-{82247F05-AE1F-4315-A437-3A4AA0F393D0}" dt="2026-10-15T10:58:25.314" v="145"/>
        <pc:sldMkLst>
          <pc:docMk/>
          <pc:sldMk cId="2031264213" sldId="256"/>
        </pc:sldMkLst>
        <pc:grpChg chg="add">
          <ac:chgData name="Logan Rogers" userId="S::l.rogers23@stokehigh.co.uk::f269e127-7160-4680-bc87-43869f56dda9" providerId="AD" clId="Web-{82247F05-AE1F-4315-A437-3A4AA0F393D0}" dt="2026-10-15T10:58:25.314" v="145"/>
          <ac:grpSpMkLst>
            <pc:docMk/>
            <pc:sldMk cId="2031264213" sldId="256"/>
            <ac:grpSpMk id="2" creationId="{F0B8AE10-5E1A-C81B-23A5-6BA669F9A980}"/>
          </ac:grpSpMkLst>
        </pc:grpChg>
      </pc:sldChg>
      <pc:sldChg chg="addSp delSp modSp add replId">
        <pc:chgData name="Logan Rogers" userId="S::l.rogers23@stokehigh.co.uk::f269e127-7160-4680-bc87-43869f56dda9" providerId="AD" clId="Web-{82247F05-AE1F-4315-A437-3A4AA0F393D0}" dt="2026-10-15T10:57:59.313" v="144" actId="20577"/>
        <pc:sldMkLst>
          <pc:docMk/>
          <pc:sldMk cId="3916395660" sldId="257"/>
        </pc:sldMkLst>
        <pc:spChg chg="add mod">
          <ac:chgData name="Logan Rogers" userId="S::l.rogers23@stokehigh.co.uk::f269e127-7160-4680-bc87-43869f56dda9" providerId="AD" clId="Web-{82247F05-AE1F-4315-A437-3A4AA0F393D0}" dt="2026-10-15T10:44:44.563" v="54" actId="1076"/>
          <ac:spMkLst>
            <pc:docMk/>
            <pc:sldMk cId="3916395660" sldId="257"/>
            <ac:spMk id="2" creationId="{98F7A4E6-3F70-9CA1-10B1-1B965C1E68E6}"/>
          </ac:spMkLst>
        </pc:spChg>
        <pc:spChg chg="add mod">
          <ac:chgData name="Logan Rogers" userId="S::l.rogers23@stokehigh.co.uk::f269e127-7160-4680-bc87-43869f56dda9" providerId="AD" clId="Web-{82247F05-AE1F-4315-A437-3A4AA0F393D0}" dt="2026-10-15T10:50:23.452" v="66" actId="1076"/>
          <ac:spMkLst>
            <pc:docMk/>
            <pc:sldMk cId="3916395660" sldId="257"/>
            <ac:spMk id="3" creationId="{319C6F0D-3C82-420D-3BC6-A6194A9C8D3E}"/>
          </ac:spMkLst>
        </pc:spChg>
        <pc:spChg chg="add mod">
          <ac:chgData name="Logan Rogers" userId="S::l.rogers23@stokehigh.co.uk::f269e127-7160-4680-bc87-43869f56dda9" providerId="AD" clId="Web-{82247F05-AE1F-4315-A437-3A4AA0F393D0}" dt="2026-10-15T10:57:59.313" v="144" actId="20577"/>
          <ac:spMkLst>
            <pc:docMk/>
            <pc:sldMk cId="3916395660" sldId="257"/>
            <ac:spMk id="5" creationId="{C38B1519-1404-22C5-4E71-CED89D4E47B8}"/>
          </ac:spMkLst>
        </pc:spChg>
        <pc:spChg chg="del">
          <ac:chgData name="Logan Rogers" userId="S::l.rogers23@stokehigh.co.uk::f269e127-7160-4680-bc87-43869f56dda9" providerId="AD" clId="Web-{82247F05-AE1F-4315-A437-3A4AA0F393D0}" dt="2026-10-15T10:38:39.846" v="2"/>
          <ac:spMkLst>
            <pc:docMk/>
            <pc:sldMk cId="3916395660" sldId="257"/>
            <ac:spMk id="17" creationId="{DE41BA41-DBF9-AE9C-7E22-0A17BB1167A9}"/>
          </ac:spMkLst>
        </pc:spChg>
        <pc:spChg chg="del">
          <ac:chgData name="Logan Rogers" userId="S::l.rogers23@stokehigh.co.uk::f269e127-7160-4680-bc87-43869f56dda9" providerId="AD" clId="Web-{82247F05-AE1F-4315-A437-3A4AA0F393D0}" dt="2026-10-15T10:39:14.285" v="6"/>
          <ac:spMkLst>
            <pc:docMk/>
            <pc:sldMk cId="3916395660" sldId="257"/>
            <ac:spMk id="23" creationId="{E0290733-C0C8-02E4-C5F9-51A9C0FF544D}"/>
          </ac:spMkLst>
        </pc:spChg>
        <pc:spChg chg="mod">
          <ac:chgData name="Logan Rogers" userId="S::l.rogers23@stokehigh.co.uk::f269e127-7160-4680-bc87-43869f56dda9" providerId="AD" clId="Web-{82247F05-AE1F-4315-A437-3A4AA0F393D0}" dt="2026-10-15T10:44:40.016" v="53" actId="1076"/>
          <ac:spMkLst>
            <pc:docMk/>
            <pc:sldMk cId="3916395660" sldId="257"/>
            <ac:spMk id="26" creationId="{D0D3F3F0-1429-E333-5D23-96A5959C3901}"/>
          </ac:spMkLst>
        </pc:spChg>
        <pc:spChg chg="del mod">
          <ac:chgData name="Logan Rogers" userId="S::l.rogers23@stokehigh.co.uk::f269e127-7160-4680-bc87-43869f56dda9" providerId="AD" clId="Web-{82247F05-AE1F-4315-A437-3A4AA0F393D0}" dt="2026-10-15T10:39:33.988" v="10"/>
          <ac:spMkLst>
            <pc:docMk/>
            <pc:sldMk cId="3916395660" sldId="257"/>
            <ac:spMk id="27" creationId="{5169BA95-7C35-A616-4C32-F7460E386FE9}"/>
          </ac:spMkLst>
        </pc:spChg>
        <pc:picChg chg="del">
          <ac:chgData name="Logan Rogers" userId="S::l.rogers23@stokehigh.co.uk::f269e127-7160-4680-bc87-43869f56dda9" providerId="AD" clId="Web-{82247F05-AE1F-4315-A437-3A4AA0F393D0}" dt="2026-10-15T10:38:34.830" v="1"/>
          <ac:picMkLst>
            <pc:docMk/>
            <pc:sldMk cId="3916395660" sldId="257"/>
            <ac:picMk id="16" creationId="{81F9E324-D551-42C9-AA91-D2661E0D97B4}"/>
          </ac:picMkLst>
        </pc:picChg>
        <pc:picChg chg="add del mod">
          <ac:chgData name="Logan Rogers" userId="S::l.rogers23@stokehigh.co.uk::f269e127-7160-4680-bc87-43869f56dda9" providerId="AD" clId="Web-{82247F05-AE1F-4315-A437-3A4AA0F393D0}" dt="2026-10-15T10:39:20.113" v="7" actId="1076"/>
          <ac:picMkLst>
            <pc:docMk/>
            <pc:sldMk cId="3916395660" sldId="257"/>
            <ac:picMk id="24" creationId="{402A4AC5-C78E-F122-F0B0-A633764D5812}"/>
          </ac:picMkLst>
        </pc:picChg>
      </pc:sldChg>
    </pc:docChg>
  </pc:docChgLst>
  <pc:docChgLst>
    <pc:chgData name="Logan Rogers" userId="f269e127-7160-4680-bc87-43869f56dda9" providerId="ADAL" clId="{FC5FFB1A-D373-47A0-BDB6-88575737A5EE}"/>
    <pc:docChg chg="modSld">
      <pc:chgData name="Logan Rogers" userId="f269e127-7160-4680-bc87-43869f56dda9" providerId="ADAL" clId="{FC5FFB1A-D373-47A0-BDB6-88575737A5EE}" dt="2026-10-15T11:01:56.010" v="1"/>
      <pc:docMkLst>
        <pc:docMk/>
      </pc:docMkLst>
      <pc:sldChg chg="modSp">
        <pc:chgData name="Logan Rogers" userId="f269e127-7160-4680-bc87-43869f56dda9" providerId="ADAL" clId="{FC5FFB1A-D373-47A0-BDB6-88575737A5EE}" dt="2026-10-15T11:01:56.010" v="1"/>
        <pc:sldMkLst>
          <pc:docMk/>
          <pc:sldMk cId="2031264213" sldId="256"/>
        </pc:sldMkLst>
        <pc:spChg chg="mod">
          <ac:chgData name="Logan Rogers" userId="f269e127-7160-4680-bc87-43869f56dda9" providerId="ADAL" clId="{FC5FFB1A-D373-47A0-BDB6-88575737A5EE}" dt="2026-10-15T11:01:56.010" v="1"/>
          <ac:spMkLst>
            <pc:docMk/>
            <pc:sldMk cId="2031264213" sldId="256"/>
            <ac:spMk id="26" creationId="{90F3973F-71CF-BFD0-E9E8-2AAF32ED30D5}"/>
          </ac:spMkLst>
        </pc:spChg>
        <pc:picChg chg="mod">
          <ac:chgData name="Logan Rogers" userId="f269e127-7160-4680-bc87-43869f56dda9" providerId="ADAL" clId="{FC5FFB1A-D373-47A0-BDB6-88575737A5EE}" dt="2026-10-15T11:01:46.684" v="0"/>
          <ac:picMkLst>
            <pc:docMk/>
            <pc:sldMk cId="2031264213" sldId="256"/>
            <ac:picMk id="24" creationId="{66B86D5F-2667-EC68-2F83-36C6F15311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CFC24D31-994D-FC79-45C8-9BF662C87182}"/>
              </a:ext>
            </a:extLst>
          </p:cNvPr>
          <p:cNvSpPr/>
          <p:nvPr/>
        </p:nvSpPr>
        <p:spPr>
          <a:xfrm>
            <a:off x="4504481" y="733063"/>
            <a:ext cx="2585012" cy="2884024"/>
          </a:xfrm>
          <a:prstGeom prst="round2Same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C1DB25-1DB8-2C62-5C63-3458EFED86D2}"/>
              </a:ext>
            </a:extLst>
          </p:cNvPr>
          <p:cNvSpPr/>
          <p:nvPr/>
        </p:nvSpPr>
        <p:spPr>
          <a:xfrm>
            <a:off x="4504480" y="1466126"/>
            <a:ext cx="2585012" cy="4215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184 Extreme Strawberry Shake Stock Photos - Free &amp; Royalty-Free Stock  Photos from Dreamstime">
            <a:extLst>
              <a:ext uri="{FF2B5EF4-FFF2-40B4-BE49-F238E27FC236}">
                <a16:creationId xmlns:a16="http://schemas.microsoft.com/office/drawing/2014/main" id="{CD9D65A9-B936-86F1-33EE-37F1943E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548" y="1463471"/>
            <a:ext cx="2580968" cy="16942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21E232-F9D0-5F59-482A-2ED25B614D34}"/>
              </a:ext>
            </a:extLst>
          </p:cNvPr>
          <p:cNvSpPr/>
          <p:nvPr/>
        </p:nvSpPr>
        <p:spPr>
          <a:xfrm>
            <a:off x="4504481" y="733062"/>
            <a:ext cx="2587752" cy="540410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152A43-2B29-4FF9-85C1-8EAE53183947}"/>
              </a:ext>
            </a:extLst>
          </p:cNvPr>
          <p:cNvGrpSpPr/>
          <p:nvPr/>
        </p:nvGrpSpPr>
        <p:grpSpPr>
          <a:xfrm>
            <a:off x="5459391" y="858454"/>
            <a:ext cx="684836" cy="202558"/>
            <a:chOff x="8140860" y="974201"/>
            <a:chExt cx="520861" cy="16397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680BFF-F724-180A-400B-EF45CF0DADE6}"/>
                </a:ext>
              </a:extLst>
            </p:cNvPr>
            <p:cNvSpPr/>
            <p:nvPr/>
          </p:nvSpPr>
          <p:spPr>
            <a:xfrm>
              <a:off x="8140860" y="974202"/>
              <a:ext cx="154330" cy="1639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9C10D3-055B-2C7F-2135-6B3473EAD9DC}"/>
                </a:ext>
              </a:extLst>
            </p:cNvPr>
            <p:cNvSpPr/>
            <p:nvPr/>
          </p:nvSpPr>
          <p:spPr>
            <a:xfrm>
              <a:off x="8227671" y="974202"/>
              <a:ext cx="356886" cy="16397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64FDF40-26E5-3F83-4BBA-F26413201FC9}"/>
                </a:ext>
              </a:extLst>
            </p:cNvPr>
            <p:cNvSpPr/>
            <p:nvPr/>
          </p:nvSpPr>
          <p:spPr>
            <a:xfrm>
              <a:off x="8507391" y="974201"/>
              <a:ext cx="154330" cy="1639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CD00682-B48A-426D-98FB-E5F7922F2D12}"/>
              </a:ext>
            </a:extLst>
          </p:cNvPr>
          <p:cNvSpPr txBox="1"/>
          <p:nvPr/>
        </p:nvSpPr>
        <p:spPr>
          <a:xfrm>
            <a:off x="4902127" y="1154823"/>
            <a:ext cx="17950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100">
                <a:solidFill>
                  <a:schemeClr val="tx1">
                    <a:lumMod val="65000"/>
                    <a:lumOff val="35000"/>
                  </a:schemeClr>
                </a:solidFill>
                <a:latin typeface="Arial Nova"/>
                <a:ea typeface="Calibri"/>
                <a:cs typeface="Calibri"/>
              </a:rPr>
              <a:t>SHAKES AND SWEETS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80700D-34FB-0EE7-93C0-5308967F8FC3}"/>
              </a:ext>
            </a:extLst>
          </p:cNvPr>
          <p:cNvSpPr txBox="1"/>
          <p:nvPr/>
        </p:nvSpPr>
        <p:spPr>
          <a:xfrm>
            <a:off x="4931561" y="2024853"/>
            <a:ext cx="1734690" cy="5847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>
                <a:solidFill>
                  <a:schemeClr val="bg1"/>
                </a:solidFill>
                <a:ea typeface="Calibri"/>
                <a:cs typeface="Calibri"/>
              </a:rPr>
              <a:t>SALE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B87A03-D3C1-B236-72FB-F98ADAB35AC6}"/>
              </a:ext>
            </a:extLst>
          </p:cNvPr>
          <p:cNvSpPr txBox="1"/>
          <p:nvPr/>
        </p:nvSpPr>
        <p:spPr>
          <a:xfrm>
            <a:off x="4968431" y="2739500"/>
            <a:ext cx="1734690" cy="2616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100">
                <a:solidFill>
                  <a:schemeClr val="bg1"/>
                </a:solidFill>
                <a:ea typeface="Calibri"/>
                <a:cs typeface="Calibri"/>
              </a:rPr>
              <a:t>For all orders over £25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850CF1-B6C2-8464-7D7E-CA2C4214D5BC}"/>
              </a:ext>
            </a:extLst>
          </p:cNvPr>
          <p:cNvSpPr txBox="1"/>
          <p:nvPr/>
        </p:nvSpPr>
        <p:spPr>
          <a:xfrm>
            <a:off x="5386568" y="3200594"/>
            <a:ext cx="8299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ea typeface="Calibri"/>
                <a:cs typeface="Calibri"/>
              </a:rPr>
              <a:t>SHOP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B8AE10-5E1A-C81B-23A5-6BA669F9A980}"/>
              </a:ext>
            </a:extLst>
          </p:cNvPr>
          <p:cNvGrpSpPr/>
          <p:nvPr/>
        </p:nvGrpSpPr>
        <p:grpSpPr>
          <a:xfrm>
            <a:off x="4879257" y="3565116"/>
            <a:ext cx="1843549" cy="2426095"/>
            <a:chOff x="4879257" y="3565116"/>
            <a:chExt cx="1843549" cy="2426095"/>
          </a:xfrm>
        </p:grpSpPr>
        <p:pic>
          <p:nvPicPr>
            <p:cNvPr id="24" name="Picture 23" descr="Oreo Milkshake">
              <a:hlinkClick r:id="rId3" action="ppaction://hlinksldjump"/>
              <a:extLst>
                <a:ext uri="{FF2B5EF4-FFF2-40B4-BE49-F238E27FC236}">
                  <a16:creationId xmlns:a16="http://schemas.microsoft.com/office/drawing/2014/main" id="{66B86D5F-2667-EC68-2F83-36C6F1531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9257" y="3565116"/>
              <a:ext cx="1843549" cy="1829414"/>
            </a:xfrm>
            <a:prstGeom prst="rect">
              <a:avLst/>
            </a:prstGeom>
          </p:spPr>
        </p:pic>
        <p:sp>
          <p:nvSpPr>
            <p:cNvPr id="26" name="TextBox 25">
              <a:hlinkClick r:id="rId3" action="ppaction://hlinksldjump"/>
              <a:extLst>
                <a:ext uri="{FF2B5EF4-FFF2-40B4-BE49-F238E27FC236}">
                  <a16:creationId xmlns:a16="http://schemas.microsoft.com/office/drawing/2014/main" id="{90F3973F-71CF-BFD0-E9E8-2AAF32ED30D5}"/>
                </a:ext>
              </a:extLst>
            </p:cNvPr>
            <p:cNvSpPr txBox="1"/>
            <p:nvPr/>
          </p:nvSpPr>
          <p:spPr>
            <a:xfrm>
              <a:off x="5259406" y="5422344"/>
              <a:ext cx="1086415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400" b="1">
                  <a:ea typeface="Calibri"/>
                  <a:cs typeface="Calibri"/>
                </a:rPr>
                <a:t>Oreo Shake</a:t>
              </a:r>
              <a:endParaRPr lang="en-US" sz="1400" b="1">
                <a:ea typeface="Calibri"/>
                <a:cs typeface="Calibri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49B0D01-2C93-3F50-72EB-820A319F1D91}"/>
                </a:ext>
              </a:extLst>
            </p:cNvPr>
            <p:cNvSpPr txBox="1"/>
            <p:nvPr/>
          </p:nvSpPr>
          <p:spPr>
            <a:xfrm>
              <a:off x="5259405" y="5729601"/>
              <a:ext cx="1086415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100">
                  <a:ea typeface="Calibri"/>
                  <a:cs typeface="Calibri"/>
                </a:rPr>
                <a:t>£5.98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126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2AF6-13B4-4D29-54B4-1172D4DCF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4B1DCA1A-2515-575E-0EDE-1F8319FCCAE9}"/>
              </a:ext>
            </a:extLst>
          </p:cNvPr>
          <p:cNvSpPr/>
          <p:nvPr/>
        </p:nvSpPr>
        <p:spPr>
          <a:xfrm>
            <a:off x="4504481" y="733063"/>
            <a:ext cx="2585012" cy="2884024"/>
          </a:xfrm>
          <a:prstGeom prst="round2Same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D04036-DA3C-7A77-0C78-2EBA489A1A35}"/>
              </a:ext>
            </a:extLst>
          </p:cNvPr>
          <p:cNvSpPr/>
          <p:nvPr/>
        </p:nvSpPr>
        <p:spPr>
          <a:xfrm>
            <a:off x="4504480" y="1466126"/>
            <a:ext cx="2585012" cy="4215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41A591-F7DB-E664-EE01-462778857A22}"/>
              </a:ext>
            </a:extLst>
          </p:cNvPr>
          <p:cNvSpPr/>
          <p:nvPr/>
        </p:nvSpPr>
        <p:spPr>
          <a:xfrm>
            <a:off x="4504481" y="733062"/>
            <a:ext cx="2587752" cy="540410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ABF203-1526-C867-31EE-38F56A5BFA7D}"/>
              </a:ext>
            </a:extLst>
          </p:cNvPr>
          <p:cNvGrpSpPr/>
          <p:nvPr/>
        </p:nvGrpSpPr>
        <p:grpSpPr>
          <a:xfrm>
            <a:off x="5459391" y="858454"/>
            <a:ext cx="684836" cy="202558"/>
            <a:chOff x="8140860" y="974201"/>
            <a:chExt cx="520861" cy="16397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92E5982-BB4F-E927-EE91-3337FF2BDAAF}"/>
                </a:ext>
              </a:extLst>
            </p:cNvPr>
            <p:cNvSpPr/>
            <p:nvPr/>
          </p:nvSpPr>
          <p:spPr>
            <a:xfrm>
              <a:off x="8140860" y="974202"/>
              <a:ext cx="154330" cy="1639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3BE637-9328-B22C-97B2-C8AAD01FBD01}"/>
                </a:ext>
              </a:extLst>
            </p:cNvPr>
            <p:cNvSpPr/>
            <p:nvPr/>
          </p:nvSpPr>
          <p:spPr>
            <a:xfrm>
              <a:off x="8227671" y="974202"/>
              <a:ext cx="356886" cy="16397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68A3FE1-390E-3D43-8C3B-B1050D60D9C4}"/>
                </a:ext>
              </a:extLst>
            </p:cNvPr>
            <p:cNvSpPr/>
            <p:nvPr/>
          </p:nvSpPr>
          <p:spPr>
            <a:xfrm>
              <a:off x="8507391" y="974201"/>
              <a:ext cx="154330" cy="1639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E59071-8AE7-5BD8-03DA-4CCD97ED5855}"/>
              </a:ext>
            </a:extLst>
          </p:cNvPr>
          <p:cNvSpPr txBox="1"/>
          <p:nvPr/>
        </p:nvSpPr>
        <p:spPr>
          <a:xfrm>
            <a:off x="4902127" y="1154823"/>
            <a:ext cx="17950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100">
                <a:solidFill>
                  <a:schemeClr val="tx1">
                    <a:lumMod val="65000"/>
                    <a:lumOff val="35000"/>
                  </a:schemeClr>
                </a:solidFill>
                <a:latin typeface="Arial Nova"/>
                <a:ea typeface="Calibri"/>
                <a:cs typeface="Calibri"/>
              </a:rPr>
              <a:t>SHAKES AND SWEETS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6D2BBB-1D2C-3A96-7CB0-0BEEB2273219}"/>
              </a:ext>
            </a:extLst>
          </p:cNvPr>
          <p:cNvSpPr txBox="1"/>
          <p:nvPr/>
        </p:nvSpPr>
        <p:spPr>
          <a:xfrm>
            <a:off x="4968431" y="2739500"/>
            <a:ext cx="1734690" cy="2616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100">
                <a:solidFill>
                  <a:schemeClr val="bg1"/>
                </a:solidFill>
                <a:ea typeface="Calibri"/>
                <a:cs typeface="Calibri"/>
              </a:rPr>
              <a:t>For all orders over £25</a:t>
            </a:r>
          </a:p>
        </p:txBody>
      </p:sp>
      <p:pic>
        <p:nvPicPr>
          <p:cNvPr id="24" name="Picture 23" descr="Oreo Milkshake">
            <a:extLst>
              <a:ext uri="{FF2B5EF4-FFF2-40B4-BE49-F238E27FC236}">
                <a16:creationId xmlns:a16="http://schemas.microsoft.com/office/drawing/2014/main" id="{402A4AC5-C78E-F122-F0B0-A633764D5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257" y="1607065"/>
            <a:ext cx="1843549" cy="18294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0D3F3F0-1429-E333-5D23-96A5959C3901}"/>
              </a:ext>
            </a:extLst>
          </p:cNvPr>
          <p:cNvSpPr txBox="1"/>
          <p:nvPr/>
        </p:nvSpPr>
        <p:spPr>
          <a:xfrm>
            <a:off x="4661381" y="5702064"/>
            <a:ext cx="14336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200" b="1">
                <a:ea typeface="Calibri"/>
                <a:cs typeface="Calibri"/>
              </a:rPr>
              <a:t>Oreo Shake </a:t>
            </a:r>
            <a:r>
              <a:rPr lang="en-GB" sz="800" b="1">
                <a:ea typeface="Calibri"/>
                <a:cs typeface="Calibri"/>
              </a:rPr>
              <a:t>– 5.98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F7A4E6-3F70-9CA1-10B1-1B965C1E68E6}"/>
              </a:ext>
            </a:extLst>
          </p:cNvPr>
          <p:cNvSpPr/>
          <p:nvPr/>
        </p:nvSpPr>
        <p:spPr>
          <a:xfrm>
            <a:off x="5999544" y="5710177"/>
            <a:ext cx="858455" cy="2604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000">
                <a:ea typeface="Calibri"/>
                <a:cs typeface="Calibri"/>
              </a:rPr>
              <a:t>Add To Cart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C6F0D-3C82-420D-3BC6-A6194A9C8D3E}"/>
              </a:ext>
            </a:extLst>
          </p:cNvPr>
          <p:cNvSpPr txBox="1"/>
          <p:nvPr/>
        </p:nvSpPr>
        <p:spPr>
          <a:xfrm>
            <a:off x="5112151" y="3568861"/>
            <a:ext cx="14468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ea typeface="Calibri"/>
                <a:cs typeface="Calibri"/>
              </a:rPr>
              <a:t>Oreo Shake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B1519-1404-22C5-4E71-CED89D4E47B8}"/>
              </a:ext>
            </a:extLst>
          </p:cNvPr>
          <p:cNvSpPr txBox="1"/>
          <p:nvPr/>
        </p:nvSpPr>
        <p:spPr>
          <a:xfrm>
            <a:off x="5073568" y="3940177"/>
            <a:ext cx="144683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000">
                <a:ea typeface="Calibri"/>
                <a:cs typeface="Calibri"/>
              </a:rPr>
              <a:t>A </a:t>
            </a:r>
            <a:r>
              <a:rPr lang="en-GB" sz="1000" err="1">
                <a:ea typeface="Calibri"/>
                <a:cs typeface="Calibri"/>
              </a:rPr>
              <a:t>throthy</a:t>
            </a:r>
            <a:r>
              <a:rPr lang="en-GB" sz="1000">
                <a:ea typeface="Calibri"/>
                <a:cs typeface="Calibri"/>
              </a:rPr>
              <a:t>, creamy shake with crushed Oreo throughout, topped with whipped cream and an Oreo on top.</a:t>
            </a:r>
          </a:p>
        </p:txBody>
      </p:sp>
    </p:spTree>
    <p:extLst>
      <p:ext uri="{BB962C8B-B14F-4D97-AF65-F5344CB8AC3E}">
        <p14:creationId xmlns:p14="http://schemas.microsoft.com/office/powerpoint/2010/main" val="391639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9ddda04b-0216-46e3-9c2e-26d3e5d71ad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F616720B03B4AABF89348348C032C" ma:contentTypeVersion="4" ma:contentTypeDescription="Create a new document." ma:contentTypeScope="" ma:versionID="1b70c5723ee67d9acf050f6fbe30f752">
  <xsd:schema xmlns:xsd="http://www.w3.org/2001/XMLSchema" xmlns:xs="http://www.w3.org/2001/XMLSchema" xmlns:p="http://schemas.microsoft.com/office/2006/metadata/properties" xmlns:ns2="9ddda04b-0216-46e3-9c2e-26d3e5d71ad3" targetNamespace="http://schemas.microsoft.com/office/2006/metadata/properties" ma:root="true" ma:fieldsID="ca8b3547f5accef3b85741f02ba71cd1" ns2:_="">
    <xsd:import namespace="9ddda04b-0216-46e3-9c2e-26d3e5d71ad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da04b-0216-46e3-9c2e-26d3e5d71ad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C3B091-6DCB-4D17-913B-4B30E17D0A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63C035-43C9-4E5F-B7C1-7434461D17B6}">
  <ds:schemaRefs>
    <ds:schemaRef ds:uri="9ddda04b-0216-46e3-9c2e-26d3e5d71a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73CE476-9A86-43CD-B493-BDF18546C6C1}">
  <ds:schemaRefs>
    <ds:schemaRef ds:uri="9ddda04b-0216-46e3-9c2e-26d3e5d71a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2013-07-15T20:26:40Z</dcterms:created>
  <dcterms:modified xsi:type="dcterms:W3CDTF">2026-10-15T11:08:49Z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0x010100027F616720B03B4AABF89348348C032C</vt:lpwstr>
  </property>
</Properties>
</file>