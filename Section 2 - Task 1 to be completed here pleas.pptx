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6E8476-F559-405B-8602-86ABFA88C5AE}" v="14" dt="2026-10-20T10:50:11.918"/>
    <p1510:client id="{9B15AA4E-AA7D-42CC-8733-05DE3DB453BA}" v="62" dt="2026-10-19T12:06:41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gan Rogers" userId="S::l.rogers23@stokehigh.co.uk::f269e127-7160-4680-bc87-43869f56dda9" providerId="AD" clId="Web-{10AB64AF-BD75-43E6-BE88-A0AFF151C4E0}"/>
    <pc:docChg chg="modSld">
      <pc:chgData name="Logan Rogers" userId="S::l.rogers23@stokehigh.co.uk::f269e127-7160-4680-bc87-43869f56dda9" providerId="AD" clId="Web-{10AB64AF-BD75-43E6-BE88-A0AFF151C4E0}" dt="2026-10-13T08:25:00.954" v="39"/>
      <pc:docMkLst>
        <pc:docMk/>
      </pc:docMkLst>
      <pc:sldChg chg="addSp delSp modSp mod setBg">
        <pc:chgData name="Logan Rogers" userId="S::l.rogers23@stokehigh.co.uk::f269e127-7160-4680-bc87-43869f56dda9" providerId="AD" clId="Web-{10AB64AF-BD75-43E6-BE88-A0AFF151C4E0}" dt="2026-10-13T08:25:00.954" v="39"/>
        <pc:sldMkLst>
          <pc:docMk/>
          <pc:sldMk cId="1795962873" sldId="256"/>
        </pc:sldMkLst>
        <pc:spChg chg="mod ord">
          <ac:chgData name="Logan Rogers" userId="S::l.rogers23@stokehigh.co.uk::f269e127-7160-4680-bc87-43869f56dda9" providerId="AD" clId="Web-{10AB64AF-BD75-43E6-BE88-A0AFF151C4E0}" dt="2026-10-13T08:23:22.888" v="38" actId="20577"/>
          <ac:spMkLst>
            <pc:docMk/>
            <pc:sldMk cId="1795962873" sldId="256"/>
            <ac:spMk id="2" creationId="{7DBA99F0-0B11-5EB0-F411-B68A9BF1D0A3}"/>
          </ac:spMkLst>
        </pc:spChg>
        <pc:spChg chg="add mod">
          <ac:chgData name="Logan Rogers" userId="S::l.rogers23@stokehigh.co.uk::f269e127-7160-4680-bc87-43869f56dda9" providerId="AD" clId="Web-{10AB64AF-BD75-43E6-BE88-A0AFF151C4E0}" dt="2026-10-13T08:12:18.821" v="4" actId="14100"/>
          <ac:spMkLst>
            <pc:docMk/>
            <pc:sldMk cId="1795962873" sldId="256"/>
            <ac:spMk id="4" creationId="{1C51928D-194B-EE80-15F7-0AB8E40EFA96}"/>
          </ac:spMkLst>
        </pc:spChg>
      </pc:sldChg>
    </pc:docChg>
  </pc:docChgLst>
  <pc:docChgLst>
    <pc:chgData name="Logan Rogers" userId="S::l.rogers23@stokehigh.co.uk::f269e127-7160-4680-bc87-43869f56dda9" providerId="AD" clId="Web-{9B15AA4E-AA7D-42CC-8733-05DE3DB453BA}"/>
    <pc:docChg chg="modSld">
      <pc:chgData name="Logan Rogers" userId="S::l.rogers23@stokehigh.co.uk::f269e127-7160-4680-bc87-43869f56dda9" providerId="AD" clId="Web-{9B15AA4E-AA7D-42CC-8733-05DE3DB453BA}" dt="2026-10-19T12:06:41.808" v="46" actId="20577"/>
      <pc:docMkLst>
        <pc:docMk/>
      </pc:docMkLst>
      <pc:sldChg chg="addSp modSp">
        <pc:chgData name="Logan Rogers" userId="S::l.rogers23@stokehigh.co.uk::f269e127-7160-4680-bc87-43869f56dda9" providerId="AD" clId="Web-{9B15AA4E-AA7D-42CC-8733-05DE3DB453BA}" dt="2026-10-19T12:06:41.808" v="46" actId="20577"/>
        <pc:sldMkLst>
          <pc:docMk/>
          <pc:sldMk cId="1795962873" sldId="256"/>
        </pc:sldMkLst>
        <pc:spChg chg="add mod">
          <ac:chgData name="Logan Rogers" userId="S::l.rogers23@stokehigh.co.uk::f269e127-7160-4680-bc87-43869f56dda9" providerId="AD" clId="Web-{9B15AA4E-AA7D-42CC-8733-05DE3DB453BA}" dt="2026-10-19T11:39:19.751" v="26" actId="20577"/>
          <ac:spMkLst>
            <pc:docMk/>
            <pc:sldMk cId="1795962873" sldId="256"/>
            <ac:spMk id="5" creationId="{A58BE979-A46C-2176-483E-4EA51B40E70B}"/>
          </ac:spMkLst>
        </pc:spChg>
        <pc:spChg chg="add mod">
          <ac:chgData name="Logan Rogers" userId="S::l.rogers23@stokehigh.co.uk::f269e127-7160-4680-bc87-43869f56dda9" providerId="AD" clId="Web-{9B15AA4E-AA7D-42CC-8733-05DE3DB453BA}" dt="2026-10-19T12:06:20.479" v="39" actId="20577"/>
          <ac:spMkLst>
            <pc:docMk/>
            <pc:sldMk cId="1795962873" sldId="256"/>
            <ac:spMk id="6" creationId="{B46DDAF5-3CDA-B533-2A4D-02DD58CB664A}"/>
          </ac:spMkLst>
        </pc:spChg>
        <pc:spChg chg="add mod">
          <ac:chgData name="Logan Rogers" userId="S::l.rogers23@stokehigh.co.uk::f269e127-7160-4680-bc87-43869f56dda9" providerId="AD" clId="Web-{9B15AA4E-AA7D-42CC-8733-05DE3DB453BA}" dt="2026-10-19T12:06:41.808" v="46" actId="20577"/>
          <ac:spMkLst>
            <pc:docMk/>
            <pc:sldMk cId="1795962873" sldId="256"/>
            <ac:spMk id="7" creationId="{F0FBA0B5-6401-D060-FB55-651AFD67B964}"/>
          </ac:spMkLst>
        </pc:spChg>
      </pc:sldChg>
    </pc:docChg>
  </pc:docChgLst>
  <pc:docChgLst>
    <pc:chgData name="Logan Rogers" userId="S::l.rogers23@stokehigh.co.uk::f269e127-7160-4680-bc87-43869f56dda9" providerId="AD" clId="Web-{B9343F46-B6BD-4525-BFED-D5A6C75AB373}"/>
    <pc:docChg chg="addSld">
      <pc:chgData name="Logan Rogers" userId="S::l.rogers23@stokehigh.co.uk::f269e127-7160-4680-bc87-43869f56dda9" providerId="AD" clId="Web-{B9343F46-B6BD-4525-BFED-D5A6C75AB373}" dt="2026-10-12T09:55:26.353" v="0"/>
      <pc:docMkLst>
        <pc:docMk/>
      </pc:docMkLst>
      <pc:sldChg chg="new">
        <pc:chgData name="Logan Rogers" userId="S::l.rogers23@stokehigh.co.uk::f269e127-7160-4680-bc87-43869f56dda9" providerId="AD" clId="Web-{B9343F46-B6BD-4525-BFED-D5A6C75AB373}" dt="2026-10-12T09:55:26.353" v="0"/>
        <pc:sldMkLst>
          <pc:docMk/>
          <pc:sldMk cId="1795962873" sldId="256"/>
        </pc:sldMkLst>
      </pc:sldChg>
    </pc:docChg>
  </pc:docChgLst>
  <pc:docChgLst>
    <pc:chgData clId="Web-{836E8476-F559-405B-8602-86ABFA88C5AE}"/>
    <pc:docChg chg="modSld">
      <pc:chgData name="" userId="" providerId="" clId="Web-{836E8476-F559-405B-8602-86ABFA88C5AE}" dt="2026-10-20T10:33:56.478" v="0" actId="1076"/>
      <pc:docMkLst>
        <pc:docMk/>
      </pc:docMkLst>
      <pc:sldChg chg="modSp">
        <pc:chgData name="" userId="" providerId="" clId="Web-{836E8476-F559-405B-8602-86ABFA88C5AE}" dt="2026-10-20T10:33:56.478" v="0" actId="1076"/>
        <pc:sldMkLst>
          <pc:docMk/>
          <pc:sldMk cId="1795962873" sldId="256"/>
        </pc:sldMkLst>
        <pc:spChg chg="mod">
          <ac:chgData name="" userId="" providerId="" clId="Web-{836E8476-F559-405B-8602-86ABFA88C5AE}" dt="2026-10-20T10:33:56.478" v="0" actId="1076"/>
          <ac:spMkLst>
            <pc:docMk/>
            <pc:sldMk cId="1795962873" sldId="256"/>
            <ac:spMk id="7" creationId="{F0FBA0B5-6401-D060-FB55-651AFD67B964}"/>
          </ac:spMkLst>
        </pc:spChg>
      </pc:sldChg>
    </pc:docChg>
  </pc:docChgLst>
  <pc:docChgLst>
    <pc:chgData name="Logan Rogers" userId="f269e127-7160-4680-bc87-43869f56dda9" providerId="ADAL" clId="{DDC0A62E-02B1-44F1-BA3C-DFEB222E83CD}"/>
    <pc:docChg chg="modSld">
      <pc:chgData name="Logan Rogers" userId="f269e127-7160-4680-bc87-43869f56dda9" providerId="ADAL" clId="{DDC0A62E-02B1-44F1-BA3C-DFEB222E83CD}" dt="2026-10-13T08:33:10.445" v="5" actId="1076"/>
      <pc:docMkLst>
        <pc:docMk/>
      </pc:docMkLst>
      <pc:sldChg chg="addSp modSp mod">
        <pc:chgData name="Logan Rogers" userId="f269e127-7160-4680-bc87-43869f56dda9" providerId="ADAL" clId="{DDC0A62E-02B1-44F1-BA3C-DFEB222E83CD}" dt="2026-10-13T08:33:10.445" v="5" actId="1076"/>
        <pc:sldMkLst>
          <pc:docMk/>
          <pc:sldMk cId="1795962873" sldId="256"/>
        </pc:sldMkLst>
      </pc:sldChg>
    </pc:docChg>
  </pc:docChgLst>
  <pc:docChgLst>
    <pc:chgData name="Logan Rogers" userId="S::l.rogers23@stokehigh.co.uk::f269e127-7160-4680-bc87-43869f56dda9" providerId="AD" clId="Web-{836E8476-F559-405B-8602-86ABFA88C5AE}"/>
    <pc:docChg chg="modSld">
      <pc:chgData name="Logan Rogers" userId="S::l.rogers23@stokehigh.co.uk::f269e127-7160-4680-bc87-43869f56dda9" providerId="AD" clId="Web-{836E8476-F559-405B-8602-86ABFA88C5AE}" dt="2026-10-20T10:50:11.918" v="12" actId="20577"/>
      <pc:docMkLst>
        <pc:docMk/>
      </pc:docMkLst>
      <pc:sldChg chg="addSp delSp modSp">
        <pc:chgData name="Logan Rogers" userId="S::l.rogers23@stokehigh.co.uk::f269e127-7160-4680-bc87-43869f56dda9" providerId="AD" clId="Web-{836E8476-F559-405B-8602-86ABFA88C5AE}" dt="2026-10-20T10:50:11.918" v="12" actId="20577"/>
        <pc:sldMkLst>
          <pc:docMk/>
          <pc:sldMk cId="1795962873" sldId="256"/>
        </pc:sldMkLst>
        <pc:spChg chg="add mod">
          <ac:chgData name="Logan Rogers" userId="S::l.rogers23@stokehigh.co.uk::f269e127-7160-4680-bc87-43869f56dda9" providerId="AD" clId="Web-{836E8476-F559-405B-8602-86ABFA88C5AE}" dt="2026-10-20T10:50:11.918" v="12" actId="20577"/>
          <ac:spMkLst>
            <pc:docMk/>
            <pc:sldMk cId="1795962873" sldId="256"/>
            <ac:spMk id="8" creationId="{F1023384-ACA8-CB97-2DB1-C400D8A27F61}"/>
          </ac:spMkLst>
        </pc:spChg>
        <pc:picChg chg="add del mod">
          <ac:chgData name="Logan Rogers" userId="S::l.rogers23@stokehigh.co.uk::f269e127-7160-4680-bc87-43869f56dda9" providerId="AD" clId="Web-{836E8476-F559-405B-8602-86ABFA88C5AE}" dt="2026-10-20T10:50:04.714" v="6"/>
          <ac:picMkLst>
            <pc:docMk/>
            <pc:sldMk cId="1795962873" sldId="256"/>
            <ac:picMk id="9" creationId="{784245BA-9259-3F4F-D508-C22005584C28}"/>
          </ac:picMkLst>
        </pc:picChg>
      </pc:sldChg>
    </pc:docChg>
  </pc:docChgLst>
  <pc:docChgLst>
    <pc:chgData name="Logan Rogers" userId="S::l.rogers23@stokehigh.co.uk::f269e127-7160-4680-bc87-43869f56dda9" providerId="AD" clId="Web-{189DAAB0-4AFB-427B-85B0-35575EE9DA80}"/>
    <pc:docChg chg="modSld">
      <pc:chgData name="Logan Rogers" userId="S::l.rogers23@stokehigh.co.uk::f269e127-7160-4680-bc87-43869f56dda9" providerId="AD" clId="Web-{189DAAB0-4AFB-427B-85B0-35575EE9DA80}" dt="2026-10-13T08:48:29.108" v="6" actId="1076"/>
      <pc:docMkLst>
        <pc:docMk/>
      </pc:docMkLst>
      <pc:sldChg chg="addSp delSp modSp">
        <pc:chgData name="Logan Rogers" userId="S::l.rogers23@stokehigh.co.uk::f269e127-7160-4680-bc87-43869f56dda9" providerId="AD" clId="Web-{189DAAB0-4AFB-427B-85B0-35575EE9DA80}" dt="2026-10-13T08:48:29.108" v="6" actId="1076"/>
        <pc:sldMkLst>
          <pc:docMk/>
          <pc:sldMk cId="1795962873" sldId="256"/>
        </pc:sldMkLst>
        <pc:picChg chg="add mod modCrop">
          <ac:chgData name="Logan Rogers" userId="S::l.rogers23@stokehigh.co.uk::f269e127-7160-4680-bc87-43869f56dda9" providerId="AD" clId="Web-{189DAAB0-4AFB-427B-85B0-35575EE9DA80}" dt="2026-10-13T08:48:29.108" v="6" actId="1076"/>
          <ac:picMkLst>
            <pc:docMk/>
            <pc:sldMk cId="1795962873" sldId="256"/>
            <ac:picMk id="3" creationId="{7FC4BD2E-F341-2238-B16E-018912C834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51928D-194B-EE80-15F7-0AB8E40EFA96}"/>
              </a:ext>
            </a:extLst>
          </p:cNvPr>
          <p:cNvSpPr/>
          <p:nvPr/>
        </p:nvSpPr>
        <p:spPr>
          <a:xfrm>
            <a:off x="785" y="0"/>
            <a:ext cx="12189643" cy="7733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A99F0-0B11-5EB0-F411-B68A9BF1D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410"/>
            <a:ext cx="9144000" cy="5623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b="1">
                <a:solidFill>
                  <a:schemeClr val="bg1"/>
                </a:solidFill>
                <a:ea typeface="Calibri Light"/>
                <a:cs typeface="Calibri Light"/>
              </a:rPr>
              <a:t>Adventure Aquarium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C4BD2E-F341-2238-B16E-018912C8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5"/>
          <a:stretch>
            <a:fillRect/>
          </a:stretch>
        </p:blipFill>
        <p:spPr>
          <a:xfrm>
            <a:off x="106104" y="889923"/>
            <a:ext cx="4324350" cy="43249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8BE979-A46C-2176-483E-4EA51B40E70B}"/>
              </a:ext>
            </a:extLst>
          </p:cNvPr>
          <p:cNvSpPr txBox="1"/>
          <p:nvPr/>
        </p:nvSpPr>
        <p:spPr>
          <a:xfrm>
            <a:off x="4562354" y="906683"/>
            <a:ext cx="646253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>
                <a:solidFill>
                  <a:schemeClr val="bg1"/>
                </a:solidFill>
                <a:ea typeface="Calibri"/>
                <a:cs typeface="Calibri"/>
              </a:rPr>
              <a:t>Did you know? </a:t>
            </a:r>
            <a:r>
              <a:rPr lang="en-GB" sz="1400">
                <a:solidFill>
                  <a:schemeClr val="bg1"/>
                </a:solidFill>
                <a:ea typeface="+mn-lt"/>
                <a:cs typeface="+mn-lt"/>
              </a:rPr>
              <a:t>Crabs walk sideways and use their strong claws for </a:t>
            </a:r>
            <a:r>
              <a:rPr lang="en-GB" sz="1400" err="1">
                <a:solidFill>
                  <a:schemeClr val="bg1"/>
                </a:solidFill>
                <a:ea typeface="+mn-lt"/>
                <a:cs typeface="+mn-lt"/>
              </a:rPr>
              <a:t>defense</a:t>
            </a:r>
            <a:r>
              <a:rPr lang="en-GB" sz="1400">
                <a:solidFill>
                  <a:schemeClr val="bg1"/>
                </a:solidFill>
                <a:ea typeface="+mn-lt"/>
                <a:cs typeface="+mn-lt"/>
              </a:rPr>
              <a:t> and finding food.</a:t>
            </a:r>
            <a:endParaRPr lang="en-GB" sz="14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6DDAF5-3CDA-B533-2A4D-02DD58CB664A}"/>
              </a:ext>
            </a:extLst>
          </p:cNvPr>
          <p:cNvSpPr/>
          <p:nvPr/>
        </p:nvSpPr>
        <p:spPr>
          <a:xfrm>
            <a:off x="4707037" y="1562581"/>
            <a:ext cx="1794075" cy="45311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ea typeface="Calibri"/>
                <a:cs typeface="Calibri"/>
              </a:rPr>
              <a:t>The Sealife</a:t>
            </a:r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FBA0B5-6401-D060-FB55-651AFD67B964}"/>
              </a:ext>
            </a:extLst>
          </p:cNvPr>
          <p:cNvSpPr/>
          <p:nvPr/>
        </p:nvSpPr>
        <p:spPr>
          <a:xfrm>
            <a:off x="6773673" y="1576274"/>
            <a:ext cx="1794075" cy="45311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ea typeface="Calibri"/>
                <a:cs typeface="Calibri"/>
              </a:rPr>
              <a:t>Opening Times</a:t>
            </a: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023384-ACA8-CB97-2DB1-C400D8A27F61}"/>
              </a:ext>
            </a:extLst>
          </p:cNvPr>
          <p:cNvSpPr/>
          <p:nvPr/>
        </p:nvSpPr>
        <p:spPr>
          <a:xfrm>
            <a:off x="8879298" y="1562580"/>
            <a:ext cx="1794075" cy="45311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ea typeface="Calibri"/>
                <a:cs typeface="Calibri"/>
              </a:rPr>
              <a:t>Search</a:t>
            </a:r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596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9ddda04b-0216-46e3-9c2e-26d3e5d71ad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F616720B03B4AABF89348348C032C" ma:contentTypeVersion="4" ma:contentTypeDescription="Create a new document." ma:contentTypeScope="" ma:versionID="1b70c5723ee67d9acf050f6fbe30f752">
  <xsd:schema xmlns:xsd="http://www.w3.org/2001/XMLSchema" xmlns:xs="http://www.w3.org/2001/XMLSchema" xmlns:p="http://schemas.microsoft.com/office/2006/metadata/properties" xmlns:ns2="9ddda04b-0216-46e3-9c2e-26d3e5d71ad3" targetNamespace="http://schemas.microsoft.com/office/2006/metadata/properties" ma:root="true" ma:fieldsID="ca8b3547f5accef3b85741f02ba71cd1" ns2:_="">
    <xsd:import namespace="9ddda04b-0216-46e3-9c2e-26d3e5d71ad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da04b-0216-46e3-9c2e-26d3e5d71ad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FCA0F1-2C15-4F49-B16D-9D21C93F33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0ABBCA-F9B4-4674-A8E8-56AF5AD48745}">
  <ds:schemaRefs>
    <ds:schemaRef ds:uri="9ddda04b-0216-46e3-9c2e-26d3e5d71a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48DFFB2-5B92-49A9-82A9-FD9A2C72F8F7}">
  <ds:schemaRefs>
    <ds:schemaRef ds:uri="9ddda04b-0216-46e3-9c2e-26d3e5d71a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Adventure Aquarium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7</cp:revision>
  <dcterms:created xsi:type="dcterms:W3CDTF">2013-07-15T20:26:40Z</dcterms:created>
  <dcterms:modified xsi:type="dcterms:W3CDTF">2026-10-20T10:50:15Z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0x010100027F616720B03B4AABF89348348C032C</vt:lpwstr>
  </property>
</Properties>
</file>